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trei până la cinci ori mai mult decât în engleză. Setul minim: între 6,193 și 6,325 cuvinte, adică aproape zece procente, de zece ori mai mult decât în engleză. Intervalul e calculat exact,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zece ori mai mult decât în engleză,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The words that define all others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not from definitions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hypothesis, not a gold standard.</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are</a:t>
            </a:r>
            <a:r>
              <a:rPr sz="2000" b="0">
                <a:solidFill>
                  <a:srgbClr val="0B0B0B"/>
                </a:solidFill>
                <a:latin typeface="Calibri"/>
              </a:rPr>
              <a:t> → avea or ara?   </a:t>
            </a:r>
            <a:r>
              <a:rPr sz="2000" b="0" i="1">
                <a:solidFill>
                  <a:srgbClr val="0B0B0B"/>
                </a:solidFill>
                <a:latin typeface="Calibri"/>
              </a:rPr>
              <a:t>fire</a:t>
            </a:r>
            <a:r>
              <a:rPr sz="2000" b="0">
                <a:solidFill>
                  <a:srgbClr val="0B0B0B"/>
                </a:solidFill>
                <a:latin typeface="Calibri"/>
              </a:rPr>
              <a:t> → fi, fir or fire?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017154"/>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74570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095167"/>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659678"/>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intuition is confirmed with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English dictionaries;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dictionary, one edition, first senses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About ten times the English proportion,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